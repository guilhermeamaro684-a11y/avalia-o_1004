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7BAC9-F585-4F9A-AA37-100AFAE3D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09BB75-8C3A-43BA-8FF6-185D9D9A1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DF942B-5F63-4813-955D-871ED277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631A3-B581-4DF7-8221-39A1D993A6A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8DD274-F2A3-4A99-B688-C3CD5EFE9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884EFB-5066-4515-8582-E92113477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EE0F-5E6B-4BB0-ACB8-30ADDD5DFB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0508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102D9-38B1-449B-AE32-B867B783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EBBEDF-3443-485C-9757-4F262669C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BFC601-848A-42EC-B590-8F319A28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631A3-B581-4DF7-8221-39A1D993A6A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2106C9-A15E-4D70-81AC-2578EC07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59C56B-A401-45E3-949F-8E708948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EE0F-5E6B-4BB0-ACB8-30ADDD5DFB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196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4E4D4-9FD9-4D76-B37A-1A8B3E6EB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FCD496-26F4-4E45-AB8E-E8E2100FC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B6266C-AAA8-4889-B6AE-8CB0B456F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631A3-B581-4DF7-8221-39A1D993A6A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69A7E3-F258-46AE-9E42-D2A7C724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7A4F3B-7DE4-4AE7-9371-4D8FE194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EE0F-5E6B-4BB0-ACB8-30ADDD5DFB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4520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D2E28-6C2F-4678-B855-9E8D340B2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C8D66A-C5E7-4F72-829A-70D01142A9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08FADAA-40E2-4289-A8C5-7C34E4218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639970-5EB9-4580-A0A7-A946F605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631A3-B581-4DF7-8221-39A1D993A6A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020CA5-9EB8-4124-A049-D604F569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24B49E-5129-4CD1-BBF0-9E615A27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EE0F-5E6B-4BB0-ACB8-30ADDD5DFB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020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97814-0766-4D1C-9C95-8A2719216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496265-FA8B-464F-95BB-6790B80F1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B402B4-7443-4123-9005-D0FDDBA74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9DEDB80-7DAE-456B-A977-CB636CCE9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5ABB73-948D-4DC9-8D03-BF0F577DF3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D9855FE-8609-48B7-9860-064A3637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631A3-B581-4DF7-8221-39A1D993A6A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18893C7-6154-4EC1-8E53-8B7F2305A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9A49359-0DA0-4615-BBE1-B9182E176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EE0F-5E6B-4BB0-ACB8-30ADDD5DFB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522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0FC183-B326-4802-ACA5-F721A8B02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20432B4-2031-4CF9-92F9-1DC54E276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631A3-B581-4DF7-8221-39A1D993A6A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CCD6A1D-7690-49A7-B0BB-0ED9E9140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D24A2AF-7373-473C-BEC7-7F7E9F44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EE0F-5E6B-4BB0-ACB8-30ADDD5DFB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85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6F8373E-4FEF-45A2-BD31-CB5CDE7D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631A3-B581-4DF7-8221-39A1D993A6A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57D7EF2-9AA6-48CE-95D6-A21390A5B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C6C911-25EC-427F-86C0-8270A579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EE0F-5E6B-4BB0-ACB8-30ADDD5DFB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550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804B9D-CBDF-4435-9F1B-8D97A7926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04A011-0048-435E-970F-3FEDAC173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7410B3-7491-44AA-A4EC-37C188723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CDD81D-7272-4788-BE56-7512FDE7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631A3-B581-4DF7-8221-39A1D993A6A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2F5756-7493-4A4B-AAEC-52AF119B4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F37742-4808-4658-9778-7809C6CB8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EE0F-5E6B-4BB0-ACB8-30ADDD5DFB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4127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15560-6920-4E8B-BF58-514361E82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648E7B2-C203-4238-98E5-7A5E934C90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F5AC35-B0D5-42B9-84D1-B205AE9CC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525569-C849-4CAE-9D15-603A8346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631A3-B581-4DF7-8221-39A1D993A6A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0FC1B3-44A1-4995-AC04-9212C47DD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9C4017-FD69-4290-9E5D-65CA3325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EE0F-5E6B-4BB0-ACB8-30ADDD5DFB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72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3087AF-8F34-4A31-9840-A134219DB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A0DFAC-C581-4C27-8848-A6030D9F2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FA9F54-5763-42D0-AC23-879238FB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631A3-B581-4DF7-8221-39A1D993A6A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91E47F-2D74-4EF1-93F2-39E7F316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C719E6-FB7B-400C-BB4A-BC8B596DA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EE0F-5E6B-4BB0-ACB8-30ADDD5DFB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3685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B27F19-0429-4CFF-8430-E2671FF70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513066-087F-445C-ABF6-32DA94C05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9BD50D-8845-4AFC-B48C-F17EE6C96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631A3-B581-4DF7-8221-39A1D993A6A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E2212-8B80-4C97-9A24-A2A819BDD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06D13D-81FD-44FC-8AB4-8E7A65580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EE0F-5E6B-4BB0-ACB8-30ADDD5DFB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708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DF411F5-A5A5-4E9C-BA16-7C8ED2958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85F761-2B19-49EF-9202-D0E6165DC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9E80D8-F4B3-44AA-8092-D4E16EA4CE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631A3-B581-4DF7-8221-39A1D993A6A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C59971-3B03-4E8F-9924-8080FF50F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ECC480-65F0-4BDB-88BF-A16E834CF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6EE0F-5E6B-4BB0-ACB8-30ADDD5DFB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1974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E09FB-9B32-4302-9F73-DDBAA870B9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Avaliação Prática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263898-7703-4B3F-ABDE-387FB7472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4414"/>
            <a:ext cx="9144000" cy="1655762"/>
          </a:xfrm>
        </p:spPr>
        <p:txBody>
          <a:bodyPr>
            <a:normAutofit/>
          </a:bodyPr>
          <a:lstStyle/>
          <a:p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Computação em Nuvem</a:t>
            </a:r>
          </a:p>
        </p:txBody>
      </p:sp>
    </p:spTree>
    <p:extLst>
      <p:ext uri="{BB962C8B-B14F-4D97-AF65-F5344CB8AC3E}">
        <p14:creationId xmlns:p14="http://schemas.microsoft.com/office/powerpoint/2010/main" val="805530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616B1A-78D0-4BA1-BAEA-3116CF399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0635"/>
            <a:ext cx="10515600" cy="557632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Etapas para o desenvolvimento da avaliação:</a:t>
            </a:r>
          </a:p>
          <a:p>
            <a:pPr marL="0" indent="0" algn="just">
              <a:buNone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1- Criar um repositório com o nome “</a:t>
            </a: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Avaliação_1004”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no GitHub;</a:t>
            </a:r>
          </a:p>
          <a:p>
            <a:pPr marL="0" indent="0" algn="just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2- Armazenar os arquivos “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index.php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” em anexo no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teams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no repositório;</a:t>
            </a:r>
          </a:p>
          <a:p>
            <a:pPr marL="0" indent="0" algn="just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3- Criar um Web Service no Render com o nome: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Avaliação_Pratica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 algn="just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4- Executar no Render a aplicação: “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index.php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” armazenada no GitHub.</a:t>
            </a:r>
          </a:p>
        </p:txBody>
      </p:sp>
    </p:spTree>
    <p:extLst>
      <p:ext uri="{BB962C8B-B14F-4D97-AF65-F5344CB8AC3E}">
        <p14:creationId xmlns:p14="http://schemas.microsoft.com/office/powerpoint/2010/main" val="8272939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Avaliação Prática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Avaliação Prática</dc:title>
  <dc:creator>Aluno</dc:creator>
  <cp:lastModifiedBy>Etec Pedro D'Arcádia Neto</cp:lastModifiedBy>
  <cp:revision>5</cp:revision>
  <dcterms:created xsi:type="dcterms:W3CDTF">2025-11-26T16:08:01Z</dcterms:created>
  <dcterms:modified xsi:type="dcterms:W3CDTF">2026-04-10T13:27:38Z</dcterms:modified>
</cp:coreProperties>
</file>